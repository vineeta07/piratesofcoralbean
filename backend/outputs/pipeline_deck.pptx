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/>
              <a:t>Pipeline Scorecard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88899"/>
                </a:solidFill>
              </a:rPr>
              <a:t>2026-05-31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Close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288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Stark Ind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8288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$850,000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8288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2024-06-05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8288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18288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3317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Umbrella Corp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3317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$650,000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3317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2024-07-10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3317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8346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Initech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28346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$450,000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28346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2024-05-30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28346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8346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3375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Acme Corp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33375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$340,000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33375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2024-06-15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33375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33375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38404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Globex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38404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$180,000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38404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2024-06-20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38404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3840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3434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Wayne 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31920" y="4343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$500,000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4343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2024-06-25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343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15%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43434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8463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Hooli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48463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$120,000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52160" y="48463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2024-05-22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48463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30%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48463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53492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Massive Dynamic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31920" y="53492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$720,000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52160" y="53492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2024-05-28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53492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60%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2640" y="53492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58521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Oscorp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31920" y="58521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$250,000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52160" y="58521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2024-05-25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58521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60%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92640" y="58521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3550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Cyberdyne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31920" y="63550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$900,000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52160" y="63550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2024-06-10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0" y="63550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65%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92640" y="63550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A623"/>
                </a:solidFill>
              </a:rPr>
              <a:t>AMBER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Stark 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$850,000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2024-06-05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53935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### 🔴 RED | Stark Ind
* **Pipeline Impact:** $850,000 | **Target Close:** 2024-06-05 | **Health:** 0/100
* **The Bottom Line:** The deal is stalled due to unresolved budget concerns with the champion, John Lee. The lack of recent activity and no clear next steps indicate a high risk of losing momentum.
* **Manager Action Today:** Schedule an urgent call with John Lee to address budget concerns and re-engage the sales process.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Umbrella Corp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$650,000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2024-07-10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53935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### 🔴 RED | Umbrella Corp
* **Pipeline Impact:** $650,000 | **Target Close:** 2024-07-10 | **Health:** 0/100
* **The Bottom Line:** The deal is stalled due to ongoing concerns from the CTO, John Lee, about integration costs. The champion, Emily Chen, is still engaged but needs a clear plan to address the CTO's objections.
* **Manager Action Today:** Schedule a call with Emily to discuss a revised proposal addressing John's concerns and ensure a clear path forward.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Initech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$450,000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2024-05-30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53935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### 🔴 RED | Initech
* **Pipeline Impact:** $450,000 | **Target Close:** 2024-05-30 | **Health:** 0/100
* **The Bottom Line:** Initech's champion, John Smith, has expressed concerns about ROI, and the sales team has yet to address these concerns. The lack of recent activity and no clear next steps indicate a stalled deal.
* **Manager Action Today:** Schedule a call with John Smith to discuss Initech's ROI concerns and create a revised plan to move the deal forward.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Acme Corp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$340,000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2024-06-15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53935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### 🔴 RED | Acme Corp
* **Pipeline Impact:** $340,000 | **Target Close:** 2024-06-15 | **Health:** 0/100
* **The Bottom Line:** Acme Corp's deal momentum has stalled due to ongoing budget approval delays, and the champion, John Lee, is now on vacation. This creates a high-risk situation with a tight target close date.
* **Manager Action Today:** Reach out to John Lee's backup contact, Emily Chen, to assess the deal's status and expedite budget approval.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Globex Inc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$180,000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2024-06-20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53935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### 🔴 RED | Globex Inc
* **Pipeline Impact:** $180,000 | **Target Close:** 2024-06-20 | **Health:** 0/100
* **The Bottom Line:** The deal is stalled due to ongoing budget approval delays, and the champion, Emily Lee, is facing resistance from the finance team. We need to re-engage Emily and address the budget concerns to get the deal back on track.
* **Manager Action Today:** Re-schedule a call with Emily Lee to discuss the budget approval process and potential solutions to overcome the finance team's objections.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Wayne 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$500,000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2024-06-25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15%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53935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### 🔴 RED | Wayne Ent
* **Pipeline Impact:** $500,000 | **Target Close:** 2024-06-25 | **Health:** 15/100
* **The Bottom Line:** The deal's health is critically low due to stalled negotiations with key decision-maker, Rachel Lee, who has expressed concerns about ROI. Champion, Alex Chen, needs to address these concerns ASAP to prevent deal loss.
* **Manager Action Today:** Schedule a call with Alex Chen to discuss a revised ROI analysis and ensure he's equipped to address Rachel Lee's concerns.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Hooli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$120,000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2024-05-22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30%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53935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### 🔴 RED | Hooli
* **Pipeline Impact:** $120,000 | **Target Close:** 2024-05-22 | **Health:** 30/100
* **The Bottom Line:** The deal is at risk due to a 3-week delay in the champion's decision-making process, and the customer's recent objection about pricing. The sales team needs to re-engage the champion and address the pricing concerns to get the deal back on track.
* **Manager Action Today:** Re-engage the champion by scheduling a call to discuss the pricing concerns and provide a revised proposal by the end of the day.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Massive Dynamic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$720,000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2024-05-28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53935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### 🔴 RED | Massive Dynamic
* **Pipeline Impact:** $720,000 | **Target Close:** 2024-05-28 | **Health:** 60/100
* **The Bottom Line:** The deal's health is slipping due to a 30% decrease in champion engagement over the past two weeks, and a new objection from the procurement team regarding pricing. This may indicate a loss of momentum and increased resistance from key stakeholders.
* **Manager Action Today:** Schedule an urgent meeting with the champion to address concerns and re-engage their support, and assign a dedicated sales engineer to address the procurement team's pricing objection.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Oscorp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53935"/>
                </a:solidFill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$250,000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2024-05-25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53935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### 🔴 RED | Oscorp
* **Pipeline Impact:** $250,000 | **Target Close:** 2024-05-25 | **Health:** 60/100
* **The Bottom Line:** Oscorp's champion, Rachel Lee, has expressed concerns about the total cost of ownership, and the sales team has yet to provide a detailed ROI analysis. The deal's health is at risk due to a 30-day delay in the decision-making process.
* **Manager Action Today:** Schedule a call with Rachel Lee to address her concerns and provide a customized ROI analysis to re-engage the Oscorp team.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Cyberdyne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2286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5A623"/>
                </a:solidFill>
              </a:rPr>
              <a:t>AMBER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$900,000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CLOSE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2024-06-10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097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88899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/>
              <a:t>65%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5A623"/>
                </a:solidFill>
              </a:rPr>
              <a:t>DEAL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/>
              <a:t>### 🟡 AMBER | Cyberdyne
* **Pipeline Impact:** $900,000 | **Target Close:** 2024-06-10 | **Health:** 65/100
* **The Bottom Line:** The deal's health is slipping due to a 30% decrease in champion engagement over the past two weeks, despite a strong initial interest from the CTO. The sales team must address these concerns and re-engage the champion to meet the target close date.
* **Manager Action Today:** Schedule a call with the CTO to understand the root cause of decreased engagement and develop a plan to re-engage the champion.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