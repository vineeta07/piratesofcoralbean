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/>
              <a:t>Pipeline Scorecard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88899"/>
                </a:solidFill>
              </a:rPr>
              <a:t>2026-06-01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Close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1371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Status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288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Stark Industries 4 - Enterprise License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8288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$484,997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8288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2026-07-13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8288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15%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18288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3317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Acme Corp 1 - Enterprise License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33172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$72,152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33172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2026-06-25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33172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70%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A623"/>
                </a:solidFill>
              </a:rPr>
              <a:t>AMBER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8346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Oscorp 3 - Enterprise License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28346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$52,374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28346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2026-07-16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28346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75%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8346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DB954"/>
                </a:solidFill>
              </a:rPr>
              <a:t>GREEN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3375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Globex 0 - Enterprise License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33375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$527,232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33375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2026-05-31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33375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33375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DB954"/>
                </a:solidFill>
              </a:rPr>
              <a:t>GREEN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384048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Oscorp 2 - Enterprise License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38404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$695,379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38404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2026-07-28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38404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38404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DB954"/>
                </a:solidFill>
              </a:rPr>
              <a:t>GREEN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Stark Industries 4 - Enterprise License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286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$484,997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CLOSE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2026-07-13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15%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53935"/>
                </a:solidFill>
              </a:rPr>
              <a:t>DEAL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/>
              <a:t>Grace Davis might be disengaged. Key issues detected: (-30) Email silent 20.0 days — serious concern, (-10) Gong call sentiment below comfort zone (48.0/100), (-45) Pricing objection unresolved: generic | Pricing objection unresolved: generic | Pricing objection unresolved: generic, (-15) Economic buyer never on a call for a $484,997.0 deal, (+10) Strongly multi-threaded (6 ID signals) — great engagement depth, (+5) Strategy doc exists in Notion. This requires immediate attention.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Acme Corp 1 - Enterprise License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286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5A623"/>
                </a:solidFill>
              </a:rPr>
              <a:t>AMBER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$72,152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CLOSE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2026-06-25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70%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5A623"/>
                </a:solidFill>
              </a:rPr>
              <a:t>DEAL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/>
              <a:t>Deal is progressing but has some friction: (+10) Gong call sentiment very positive (83.0/100), (-15) Pricing objection unresolved: generic, (+25) Economic buyer engaged on call — strong positive signal, (-30) Single-threaded deal (2 ID signals) — extremely high risk, (-25) No upcoming touchpoint scheduled + closes this quarter — critical gap, (+5) Strategy doc exists in Notion.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Oscorp 3 - Enterprise License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286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DB954"/>
                </a:solidFill>
              </a:rPr>
              <a:t>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$52,374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CLOSE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2026-07-16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75%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DB954"/>
                </a:solidFill>
              </a:rPr>
              <a:t>DEAL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/>
              <a:t>Deal is healthy and on track. Engagement is strong.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Globex 0 - Enterprise License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286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DB954"/>
                </a:solidFill>
              </a:rPr>
              <a:t>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$527,232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CLOSE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2026-05-31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DB954"/>
                </a:solidFill>
              </a:rPr>
              <a:t>DEAL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/>
              <a:t>Deal is healthy and on track. Engagement is strong.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Oscorp 2 - Enterprise License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286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DB954"/>
                </a:solidFill>
              </a:rPr>
              <a:t>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$695,379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CLOSE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2026-07-28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DB954"/>
                </a:solidFill>
              </a:rPr>
              <a:t>DEAL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/>
              <a:t>Deal is healthy and on track. Engagement is strong.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